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3657600"/>
          </a:xfrm>
          <a:prstGeom prst="rect">
            <a:avLst/>
          </a:prstGeom>
          <a:solidFill>
            <a:srgbClr val="7A5010">
              <a:alpha val="12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CBC SPRING 2026  ·  TRACK 3 — ECONOMIC EMPOWERMENT  ·  24H HACKATHON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Episteme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28016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Socratic Study Engine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refuses to answer your questions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instead helps you answer them yourself.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Atharv Khare  ·  IIT Madras  ·  April 27,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THE USER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Rohan.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" cy="32004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508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·  Nagpur, India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39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2039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role, GATE DA prep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694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25694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4 hrs/day, ChatGPT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998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3099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mentor. Anyone to push back.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3630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answers. Cannot reason about them.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2926080" cy="141732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371600"/>
            <a:ext cx="36576" cy="14173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5852160" y="2304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DS/ML aspirants can recite algorithms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cannot reason about when they fail.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(IIT Madras DS cohort survey, 2025)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60720" y="2971800"/>
            <a:ext cx="2926080" cy="1371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971800"/>
            <a:ext cx="36576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3063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852160" y="3767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self-learners in India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mentor or coach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can get any answer in 10 seconds. That's the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AI in 2026 is optimising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satisfaction.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93192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36576" cy="25603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Satisfaction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answers.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discomfort.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closes tab happy.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Understanding: unchanged.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920240"/>
            <a:ext cx="36576" cy="2560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Growth  ←  Episteme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discomfort.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before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closes tab changed.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Understanding: measurably deeper.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22860" cy="21031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mathematically opposite objectives. No existing tool optimises for growth.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Socratic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6576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356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ASKS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overfitting?"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20824"/>
            <a:ext cx="36576" cy="594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305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084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EPISTEME PROBES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" y="2322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think happens when a model memorises noise?"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15768"/>
            <a:ext cx="36576" cy="594360"/>
          </a:xfrm>
          <a:prstGeom prst="rect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254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779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REASONS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articulates their mental model — right or wrong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10712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10712"/>
            <a:ext cx="36576" cy="5943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520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EPISTEME DEEPENS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" y="37124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what's right, surfaces what's wrong — 4-6 turns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05656"/>
            <a:ext cx="8229600" cy="59436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05656"/>
            <a:ext cx="36576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215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 CARD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4407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understand. What gaps remain. Next question.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TECHNICAL DEPTH — 7 RESEARCH-GRADE ALGORITHMS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prompt engineering.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formal cognitive architecture.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6576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45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Depth Signal Extractor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975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6-feature scoring, &lt;1ms, no API call. Feeds all downstream algorithms.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463040"/>
            <a:ext cx="36576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1545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BGDC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01768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Bloom-Grounded Depth Classifier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01768" y="19751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3-signal fusion: keyword + LLM zero-shot + embedding similarity.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67712"/>
            <a:ext cx="36576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SDSM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596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Dialogue State Machine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779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formal states. Deterministic transitions. Claude executes strategy, not decides it.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267712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267712"/>
            <a:ext cx="36576" cy="685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350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CBKT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01768" y="2596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Knowledge Tracing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2779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P(L|response) updated per turn using BKT posterior. Domain-calibrated priors.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072384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072384"/>
            <a:ext cx="36576" cy="685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Verifier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detection per turn. Feeds RECTIFY state.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072384"/>
            <a:ext cx="41148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072384"/>
            <a:ext cx="36576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1546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CPGAB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01768" y="3401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Prerequisite Graph Builder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0176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Auto-builds dependency DAG. Centrality scoring surfaces key concepts.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77056"/>
            <a:ext cx="822960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877056"/>
            <a:ext cx="36576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68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0020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Gap Prioritizer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00200" y="42245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R=e^(−t/S) forgetting curve + SM-2 review scheduling for gap ranking.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DIFFERENTIATION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Claude.ai?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0876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167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0" y="1280160"/>
            <a:ext cx="160020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4832" y="131673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ChatGPT / Claude.ai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164592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 Academy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49240" y="1280160"/>
            <a:ext cx="1463040" cy="3474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1316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Duolingo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0" y="1280160"/>
            <a:ext cx="1828800" cy="347472"/>
          </a:xfrm>
          <a:prstGeom prst="rect">
            <a:avLst/>
          </a:prstGeom>
          <a:solidFill>
            <a:srgbClr val="1A10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1280160"/>
            <a:ext cx="36576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1316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EPISTEME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664208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 questions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664208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17190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1664208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719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664208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22392" y="17190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1664208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664208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084832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Tracks mastery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2084832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2139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2084832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213969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Quiz-based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2084832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2392" y="213969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084832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2084832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21396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BKT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505456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Remembers reasoning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011680" y="2505456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84832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0" y="2505456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30752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9240" y="2505456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22392" y="2560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2505456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2505456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560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Metacog. agent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2926080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Adapts dialogue strategy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011680" y="2926080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84832" y="29809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only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0" y="2926080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30752" y="29809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49240" y="2926080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22392" y="29809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2926080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2926080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29809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7-state SDSM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3346704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 cognitive state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011680" y="3346704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084832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0" y="3346704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30752" y="34015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349240" y="3346704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22392" y="3401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only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58000" y="3346704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3346704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67728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real-time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3767328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 any domain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011680" y="3767328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84832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0" y="3767328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30752" y="3822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349240" y="3767328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422392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858000" y="3767328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58000" y="3767328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67728" y="3822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Any domain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" y="4187952"/>
            <a:ext cx="150876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0352" y="4242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/ roadmap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011680" y="4187952"/>
            <a:ext cx="160020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084832" y="4242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657600" y="4187952"/>
            <a:ext cx="164592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30752" y="42428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49240" y="4187952"/>
            <a:ext cx="1463040" cy="3931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22392" y="424281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None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858000" y="4187952"/>
            <a:ext cx="1828800" cy="393192"/>
          </a:xfrm>
          <a:prstGeom prst="rect">
            <a:avLst/>
          </a:prstGeom>
          <a:solidFill>
            <a:srgbClr val="0D0A00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858000" y="4187952"/>
            <a:ext cx="36576" cy="3931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67728" y="42428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· PDF · Notion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Production-ready from day one.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21792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6576" cy="6217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07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BROWSER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636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Vercel Edge CDN · Global · Auto-scales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1856232"/>
            <a:ext cx="0" cy="82296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8229600" cy="621792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36576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39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951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(SSE streaming) · /api/classify · /api/insights · /api/agent/reflect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587752"/>
            <a:ext cx="0" cy="82296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97480"/>
            <a:ext cx="8229600" cy="621792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36576" cy="6217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70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ENGINE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0266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lib/algorithms.ts — RDSE → SDSM → CBKT-CS → SUV → EGP (all &lt;1ms except SUV)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3319272"/>
            <a:ext cx="0" cy="82296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36576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02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LAYER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758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(streaming, 600 tok max) · Rate limited 20 req/min/user · Metacognitive Agent async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4050792"/>
            <a:ext cx="0" cy="82296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60520"/>
            <a:ext cx="8229600" cy="621792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60520"/>
            <a:ext cx="36576" cy="6217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4897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· sessions · messages · concepts (BKT state) · insight_cards · learner_profiles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10k DAU cost: ~$180/mo Claude API  +  $25/mo Supabase Pro  ·  Zero-config Vercel auto-scale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LEARNING ROADMAP EXPORT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insights leave with you.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4124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  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structured learning report: session summary, BKT clarity curve, insight cards, gap priority list, SM-2 review schedule.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84124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36576" cy="8412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 REPORT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PDF with your knowledge map, Bloom's depth distribution chart, concept dependency graph, and personalized 30-day study plan.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84124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36576" cy="8412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 PAGE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push via Notion API (POST /v1/pages). Creates a structured page with callouts, checklists, and linked gap threads.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 generated by a Claude agent that reads the full session and writes a structured roadmap — not just a transcript dump.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IMPACT  &amp;  ETHICAL CORE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make itself unnecessary.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347472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6576" cy="3474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50M self-learners in India — primary target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Measurable: Bloom's depth shift SURFACE → ANALYTICAL in 10 sessions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Vernacular expansion: Hindi, Tamil next (no retraining — prompt layer)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B2B path: coaching institutes (GATE prep, upskilling)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 per learner: ~$0.004 per session at scale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347472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25880"/>
            <a:ext cx="36576" cy="3474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17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ETHICAL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Socratic mode is an offer — "Explain Anyway" always available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Confusion detection → shifts to Scaffold before frustrating user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"Independent Reasoning Streak" — counts when user answers first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 5 streaks: "You may not need me much longer."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algorithm transparency toggle: why is Episteme doing this?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me anything.</a:t>
            </a:r>
            <a:endParaRPr lang="en-US" sz="4400" dirty="0"/>
          </a:p>
          <a:p>
            <a:pPr indent="0" marL="0">
              <a:buNone/>
            </a:pPr>
            <a:r>
              <a:rPr lang="en-US" sz="44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won't answer it.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64592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36576" cy="7498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gradient descent?"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→ ANALYTICAL arc. Shows depth upgrade pulse live.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36576" cy="7498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does printing money cause inflation?"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judges relate. Shows domain flexibility.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931920"/>
            <a:ext cx="36576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05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the difference between knowing and understanding?"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315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Meta-question about Episteme itself. Unforgettable closing move.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clarity score rise. Watch the depth meter upgrade. Watch the insight card appear.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metacognitive agent prepare tomorrow's session. That's Episteme.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A5010">
              <a:alpha val="7000"/>
            </a:srgbClr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0"/>
            <a:ext cx="2286000" cy="228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i="1" dirty="0">
                <a:solidFill>
                  <a:srgbClr val="F0ED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Episteme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tutoring AI with a persistent cognitive model of each learner.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7 research-grade algorithms. Powered by Claude.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CBC SPRING 2026  ·  TRACK 3  ·  ANTHROPIC HACKATHON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Episteme — Socratic Study Engine</dc:title>
  <dc:subject>PptxGenJS Presentation</dc:subject>
  <dc:creator>PptxGenJS</dc:creator>
  <cp:lastModifiedBy>PptxGenJS</cp:lastModifiedBy>
  <cp:revision>1</cp:revision>
  <dcterms:created xsi:type="dcterms:W3CDTF">2026-04-26T14:14:55Z</dcterms:created>
  <dcterms:modified xsi:type="dcterms:W3CDTF">2026-04-26T14:14:55Z</dcterms:modified>
</cp:coreProperties>
</file>